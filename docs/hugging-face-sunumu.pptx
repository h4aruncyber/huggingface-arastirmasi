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image" Target="../media/image-3-5.png"/><Relationship Id="rId8" Type="http://schemas.openxmlformats.org/officeDocument/2006/relationships/image" Target="../media/image-3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9875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 PROJESİ  •  TEMMUZ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Üzerinde Güncel ve Popüler Modellerin Araştırılması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2801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 Demirkol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Projenin Amacı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 kapsamında gerçekleştirilen çalışmalar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0" cy="301752"/>
          </a:xfrm>
          <a:prstGeom prst="line">
            <a:avLst/>
          </a:prstGeom>
          <a:noFill/>
          <a:ln w="19050">
            <a:solidFill>
              <a:srgbClr val="D8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6479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platformu incelenmiştir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999232"/>
            <a:ext cx="0" cy="301752"/>
          </a:xfrm>
          <a:prstGeom prst="line">
            <a:avLst/>
          </a:prstGeom>
          <a:noFill/>
          <a:ln w="19050">
            <a:solidFill>
              <a:srgbClr val="D8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52374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Popüler yapay zekâ modelleri araştırılmıştır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009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3758184"/>
            <a:ext cx="0" cy="301752"/>
          </a:xfrm>
          <a:prstGeom prst="line">
            <a:avLst/>
          </a:prstGeom>
          <a:noFill/>
          <a:ln w="19050">
            <a:solidFill>
              <a:srgbClr val="D8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82696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modeli seçilmiştir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5993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4517136"/>
            <a:ext cx="0" cy="301752"/>
          </a:xfrm>
          <a:prstGeom prst="line">
            <a:avLst/>
          </a:prstGeom>
          <a:noFill/>
          <a:ln w="19050">
            <a:solidFill>
              <a:srgbClr val="D8E4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4164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model çalıştırılmıştır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5276088"/>
            <a:ext cx="0" cy="301752"/>
          </a:xfrm>
          <a:prstGeom prst="line">
            <a:avLst/>
          </a:prstGeom>
          <a:noFill/>
          <a:ln w="19050">
            <a:solidFill>
              <a:srgbClr val="D8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8006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 uygulaması geliştirilmiştir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55955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üzerinde proje paylaşılmıştır</a:t>
            </a:r>
            <a:endParaRPr lang="en-US" sz="1500" dirty="0"/>
          </a:p>
        </p:txBody>
      </p:sp>
      <p:pic>
        <p:nvPicPr>
          <p:cNvPr id="27" name="Image 0" descr="icons/targe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Nedir?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yapay zekâ platformu, binlerce hazır model içerir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languag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23360" y="1874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ey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240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mic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4480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023360" y="36118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25196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lay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776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51960" y="4480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818120" y="1874520"/>
            <a:ext cx="3794760" cy="4434840"/>
          </a:xfrm>
          <a:prstGeom prst="roundRect">
            <a:avLst>
              <a:gd name="adj" fmla="val 1928"/>
            </a:avLst>
          </a:prstGeom>
          <a:solidFill>
            <a:srgbClr val="0A2E36"/>
          </a:solidFill>
          <a:ln/>
        </p:spPr>
      </p:sp>
      <p:sp>
        <p:nvSpPr>
          <p:cNvPr id="21" name="Text 15"/>
          <p:cNvSpPr/>
          <p:nvPr/>
        </p:nvSpPr>
        <p:spPr>
          <a:xfrm>
            <a:off x="8138160" y="2148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Avantajları</a:t>
            </a:r>
            <a:endParaRPr lang="en-US" sz="1900" dirty="0"/>
          </a:p>
        </p:txBody>
      </p:sp>
      <p:pic>
        <p:nvPicPr>
          <p:cNvPr id="22" name="Image 4" descr="icons/che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834640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95360" y="277977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modeller</a:t>
            </a:r>
            <a:endParaRPr lang="en-US" sz="1450" dirty="0"/>
          </a:p>
        </p:txBody>
      </p:sp>
      <p:pic>
        <p:nvPicPr>
          <p:cNvPr id="24" name="Image 5" descr="icons/chec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611880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595360" y="355701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Kolay kullanım</a:t>
            </a:r>
            <a:endParaRPr lang="en-US" sz="1450" dirty="0"/>
          </a:p>
        </p:txBody>
      </p:sp>
      <p:pic>
        <p:nvPicPr>
          <p:cNvPr id="26" name="Image 6" descr="icons/check_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389120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595360" y="433425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</a:t>
            </a:r>
            <a:endParaRPr lang="en-US" sz="1450" dirty="0"/>
          </a:p>
        </p:txBody>
      </p:sp>
      <p:pic>
        <p:nvPicPr>
          <p:cNvPr id="28" name="Image 7" descr="icons/check_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516636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595360" y="51114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dokümantasyon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Seçilen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028090"/>
          </a:solidFill>
          <a:ln/>
        </p:spPr>
      </p:sp>
      <p:pic>
        <p:nvPicPr>
          <p:cNvPr id="4" name="Image 0" descr="icons/cub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2880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828800"/>
            <a:ext cx="1005840" cy="10058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1031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3017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777240" y="3611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Tabanlı NLP Modeli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188720" y="429768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4526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üzerinde başarıyla çalıştırılmıştır.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371600"/>
          <a:ext cx="736092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983480"/>
              </a:tblGrid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Mimari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Yaklaşık 67 Milyon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İngilizce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 modelinin terminal çıktısı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89120"/>
          </a:xfrm>
          <a:prstGeom prst="roundRect">
            <a:avLst>
              <a:gd name="adj" fmla="val 1250"/>
            </a:avLst>
          </a:prstGeom>
          <a:solidFill>
            <a:srgbClr val="0D1B1E"/>
          </a:solidFill>
          <a:ln w="12700">
            <a:solidFill>
              <a:srgbClr val="1F3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16282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36776"/>
            <a:ext cx="155448" cy="1554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636776"/>
            <a:ext cx="155448" cy="155448"/>
          </a:xfrm>
          <a:prstGeom prst="ellipse">
            <a:avLst/>
          </a:prstGeom>
          <a:solidFill>
            <a:srgbClr val="E5A64B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636776"/>
            <a:ext cx="155448" cy="1554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sentiment_demo.py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500" dirty="0">
                <a:solidFill>
                  <a:srgbClr val="E8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weather is terrible."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500" dirty="0">
                <a:solidFill>
                  <a:srgbClr val="E8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"ChatGPT helped me finish my project."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500" dirty="0">
                <a:solidFill>
                  <a:srgbClr val="E8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software is excellent."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52120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2333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7" name="Image 0" descr="icons/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530352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0684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başarıyla çalıştırıldı.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Gerçekleştirilen testlerde elde edilen bulgular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2F7F7"/>
          </a:solidFill>
          <a:ln w="12700">
            <a:solidFill>
              <a:srgbClr val="EAF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0253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heck_seafo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1226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başarılı şekilde çalıştı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AF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8437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check_seafo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95351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157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sorunsuz tamamlandı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2F7F7"/>
          </a:solidFill>
          <a:ln w="12700">
            <a:solidFill>
              <a:srgbClr val="EAF0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6850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9476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55701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üzerinde çalıştırıldı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398264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AF0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5262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check_seafo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63600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39826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Olumlu ve olumsuz ifadeler doğru sınıflandırıldı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523951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2F7F7"/>
          </a:solidFill>
          <a:ln w="12700">
            <a:solidFill>
              <a:srgbClr val="EAF0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3675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python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47725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239512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kolay kullanım sağladı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güçlü bir AI platformudur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842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hızlı ve başarılı bir NLP modelidir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5511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projeleri için oldukça uygundur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1181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kolay entegrasyon sunmaktadır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7589520" cy="2011680"/>
          </a:xfrm>
          <a:prstGeom prst="roundRect">
            <a:avLst>
              <a:gd name="adj" fmla="val 3636"/>
            </a:avLst>
          </a:prstGeom>
          <a:solidFill>
            <a:srgbClr val="0F272B"/>
          </a:solidFill>
          <a:ln/>
        </p:spPr>
      </p:sp>
      <p:pic>
        <p:nvPicPr>
          <p:cNvPr id="13" name="Image 0" descr="icons/boo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43484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44165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97280" y="50292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7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541324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7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huggingface.co/docs/transformers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5797296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7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Model Card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784080" y="2377440"/>
            <a:ext cx="1737360" cy="1737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8346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2026-07-28T08:34:05Z</dcterms:created>
  <dcterms:modified xsi:type="dcterms:W3CDTF">2026-07-28T08:34:05Z</dcterms:modified>
</cp:coreProperties>
</file>